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Hotel Mess Management System</a:t>
            </a:r>
          </a:p>
          <a:p>
            <a:pPr>
              <a:defRPr sz="1584"/>
            </a:pPr>
            <a:r>
              <a:t>C++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This project helps manage hotel mess operations such as:</a:t>
            </a:r>
          </a:p>
          <a:p>
            <a:pPr>
              <a:defRPr sz="1584"/>
            </a:pPr>
            <a:r>
              <a:t>• Customer entry</a:t>
            </a:r>
          </a:p>
          <a:p>
            <a:pPr>
              <a:defRPr sz="1584"/>
            </a:pPr>
            <a:r>
              <a:t>• Food ordering</a:t>
            </a:r>
          </a:p>
          <a:p>
            <a:pPr>
              <a:defRPr sz="1584"/>
            </a:pPr>
            <a:r>
              <a:t>• Bill generation</a:t>
            </a:r>
          </a:p>
          <a:p>
            <a:pPr>
              <a:defRPr sz="1584"/>
            </a:pPr>
            <a:r>
              <a:t>• Customer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Automate hotel mess operations</a:t>
            </a:r>
          </a:p>
          <a:p>
            <a:pPr>
              <a:defRPr sz="1584"/>
            </a:pPr>
            <a:r>
              <a:t>• Reduce manual work</a:t>
            </a:r>
          </a:p>
          <a:p>
            <a:pPr>
              <a:defRPr sz="1584"/>
            </a:pPr>
            <a:r>
              <a:t>• Generate accurate bills</a:t>
            </a:r>
          </a:p>
          <a:p>
            <a:pPr>
              <a:defRPr sz="1584"/>
            </a:pPr>
            <a:r>
              <a:t>• Maintain customer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1. Add Customer</a:t>
            </a:r>
          </a:p>
          <a:p>
            <a:pPr>
              <a:defRPr sz="1584"/>
            </a:pPr>
            <a:r>
              <a:t>2. Order Food</a:t>
            </a:r>
          </a:p>
          <a:p>
            <a:pPr>
              <a:defRPr sz="1584"/>
            </a:pPr>
            <a:r>
              <a:t>3. Display Bill</a:t>
            </a:r>
          </a:p>
          <a:p>
            <a:pPr>
              <a:defRPr sz="1584"/>
            </a:pPr>
            <a:r>
              <a:t>4. Display All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Programming Language: C++</a:t>
            </a:r>
          </a:p>
          <a:p>
            <a:pPr>
              <a:defRPr sz="1584"/>
            </a:pPr>
            <a:r>
              <a:t>• Concepts Used:</a:t>
            </a:r>
          </a:p>
          <a:p>
            <a:pPr>
              <a:defRPr sz="1584"/>
            </a:pPr>
            <a:r>
              <a:t>  - Classes &amp; Objects</a:t>
            </a:r>
          </a:p>
          <a:p>
            <a:pPr>
              <a:defRPr sz="1584"/>
            </a:pPr>
            <a:r>
              <a:t>  - Functions</a:t>
            </a:r>
          </a:p>
          <a:p>
            <a:pPr>
              <a:defRPr sz="1584"/>
            </a:pPr>
            <a:r>
              <a:t>  - Vectors</a:t>
            </a:r>
          </a:p>
          <a:p>
            <a:pPr>
              <a:defRPr sz="1584"/>
            </a:pPr>
            <a:r>
              <a:t>  - Loops &amp; Switch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Step 1: Add customer details</a:t>
            </a:r>
          </a:p>
          <a:p>
            <a:pPr>
              <a:defRPr sz="1584"/>
            </a:pPr>
            <a:r>
              <a:t>Step 2: Take food orders</a:t>
            </a:r>
          </a:p>
          <a:p>
            <a:pPr>
              <a:defRPr sz="1584"/>
            </a:pPr>
            <a:r>
              <a:t>Step 3: Store order details</a:t>
            </a:r>
          </a:p>
          <a:p>
            <a:pPr>
              <a:defRPr sz="1584"/>
            </a:pPr>
            <a:r>
              <a:t>Step 4: Calculate and display bill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rPr dirty="0"/>
              <a:t>Customer Name : </a:t>
            </a:r>
            <a:r>
              <a:rPr lang="en-IN"/>
              <a:t>Anushka</a:t>
            </a:r>
            <a:endParaRPr dirty="0"/>
          </a:p>
          <a:p>
            <a:pPr>
              <a:defRPr sz="1584"/>
            </a:pPr>
            <a:r>
              <a:rPr dirty="0"/>
              <a:t>Room Number : 101</a:t>
            </a:r>
          </a:p>
          <a:p>
            <a:pPr>
              <a:defRPr sz="1584"/>
            </a:pPr>
            <a:r>
              <a:rPr dirty="0"/>
              <a:t>Breakfast : 2 x 50 = 100</a:t>
            </a:r>
          </a:p>
          <a:p>
            <a:pPr>
              <a:defRPr sz="1584"/>
            </a:pPr>
            <a:r>
              <a:rPr dirty="0"/>
              <a:t>Lunch : 1 x 120 = 120</a:t>
            </a:r>
          </a:p>
          <a:p>
            <a:pPr>
              <a:defRPr sz="1584"/>
            </a:pPr>
            <a:r>
              <a:rPr dirty="0"/>
              <a:t>Total Bill : </a:t>
            </a:r>
            <a:r>
              <a:rPr dirty="0" err="1"/>
              <a:t>Rs</a:t>
            </a:r>
            <a:r>
              <a:rPr dirty="0"/>
              <a:t> 220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Easy to use</a:t>
            </a:r>
          </a:p>
          <a:p>
            <a:pPr>
              <a:defRPr sz="1584"/>
            </a:pPr>
            <a:r>
              <a:t>• Saves time</a:t>
            </a:r>
          </a:p>
          <a:p>
            <a:pPr>
              <a:defRPr sz="1584"/>
            </a:pPr>
            <a:r>
              <a:t>• Accurate billing</a:t>
            </a:r>
          </a:p>
          <a:p>
            <a:pPr>
              <a:defRPr sz="1584"/>
            </a:pPr>
            <a:r>
              <a:t>• Organized customer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Add database connectivity</a:t>
            </a:r>
          </a:p>
          <a:p>
            <a:pPr>
              <a:defRPr sz="1584"/>
            </a:pPr>
            <a:r>
              <a:t>• Online payment system</a:t>
            </a:r>
          </a:p>
          <a:p>
            <a:pPr>
              <a:defRPr sz="1584"/>
            </a:pPr>
            <a:r>
              <a:t>• GUI interface</a:t>
            </a:r>
          </a:p>
          <a:p>
            <a:pPr>
              <a:defRPr sz="1584"/>
            </a:pPr>
            <a:r>
              <a:t>• Food inventory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The Hotel Mess Management System simplifies hotel food management and improves efficiency using C++ programming.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Title</vt:lpstr>
      <vt:lpstr>Introduction</vt:lpstr>
      <vt:lpstr>Objectives</vt:lpstr>
      <vt:lpstr>Modules</vt:lpstr>
      <vt:lpstr>Technologies Used</vt:lpstr>
      <vt:lpstr>Working Process</vt:lpstr>
      <vt:lpstr>Sample Output</vt:lpstr>
      <vt:lpstr>Advantages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/>
  <cp:keywords/>
  <dc:description>generated using python-pptx</dc:description>
  <cp:lastModifiedBy>ANUSHKA GANIVADA</cp:lastModifiedBy>
  <cp:revision>2</cp:revision>
  <dcterms:created xsi:type="dcterms:W3CDTF">2013-01-27T09:14:16Z</dcterms:created>
  <dcterms:modified xsi:type="dcterms:W3CDTF">2026-05-08T06:23:44Z</dcterms:modified>
  <cp:category/>
</cp:coreProperties>
</file>