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Hostel Mess Management System</a:t>
            </a:r>
          </a:p>
          <a:p>
            <a:pPr>
              <a:defRPr sz="1584"/>
            </a:pPr>
            <a:r>
              <a:t>C++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The Hostel Mess Management System is a console-based application developed using C++ to manage hostel mess operations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Maintain student records</a:t>
            </a:r>
          </a:p>
          <a:p>
            <a:pPr>
              <a:defRPr sz="1584"/>
            </a:pPr>
            <a:r>
              <a:t>• Manage food orders</a:t>
            </a:r>
          </a:p>
          <a:p>
            <a:pPr>
              <a:defRPr sz="1584"/>
            </a:pPr>
            <a:r>
              <a:t>• Generate mess bills</a:t>
            </a:r>
          </a:p>
          <a:p>
            <a:pPr>
              <a:defRPr sz="1584"/>
            </a:pPr>
            <a:r>
              <a:t>• Reduce manual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1. Add Student</a:t>
            </a:r>
          </a:p>
          <a:p>
            <a:pPr>
              <a:defRPr sz="1584"/>
            </a:pPr>
            <a:r>
              <a:t>2. Order Food</a:t>
            </a:r>
          </a:p>
          <a:p>
            <a:pPr>
              <a:defRPr sz="1584"/>
            </a:pPr>
            <a:r>
              <a:t>3. Display Bill</a:t>
            </a:r>
          </a:p>
          <a:p>
            <a:pPr>
              <a:defRPr sz="1584"/>
            </a:pPr>
            <a:r>
              <a:t>4. Display Student Records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C++ Programming Language</a:t>
            </a:r>
          </a:p>
          <a:p>
            <a:pPr>
              <a:defRPr sz="1584"/>
            </a:pPr>
            <a:r>
              <a:t>• Object Oriented Programming</a:t>
            </a:r>
          </a:p>
          <a:p>
            <a:pPr>
              <a:defRPr sz="1584"/>
            </a:pPr>
            <a:r>
              <a:t>• Functions</a:t>
            </a:r>
          </a:p>
          <a:p>
            <a:pPr>
              <a:defRPr sz="1584"/>
            </a:pPr>
            <a:r>
              <a:t>• Vectors</a:t>
            </a:r>
          </a:p>
          <a:p>
            <a:pPr>
              <a:defRPr sz="1584"/>
            </a:pPr>
            <a:r>
              <a:t>• Loops and Switch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Step 1: Add student details</a:t>
            </a:r>
          </a:p>
          <a:p>
            <a:pPr>
              <a:defRPr sz="1584"/>
            </a:pPr>
            <a:r>
              <a:t>Step 2: Select food items</a:t>
            </a:r>
          </a:p>
          <a:p>
            <a:pPr>
              <a:defRPr sz="1584"/>
            </a:pPr>
            <a:r>
              <a:t>Step 3: Store order details</a:t>
            </a:r>
          </a:p>
          <a:p>
            <a:pPr>
              <a:defRPr sz="1584"/>
            </a:pPr>
            <a:r>
              <a:t>Step 4: Calculate and display bill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Simple menu-driven program</a:t>
            </a:r>
          </a:p>
          <a:p>
            <a:pPr>
              <a:defRPr sz="1584"/>
            </a:pPr>
            <a:r>
              <a:t>• Automatic bill calculation</a:t>
            </a:r>
          </a:p>
          <a:p>
            <a:pPr>
              <a:defRPr sz="1584"/>
            </a:pPr>
            <a:r>
              <a:t>• Easy record management</a:t>
            </a:r>
          </a:p>
          <a:p>
            <a:pPr>
              <a:defRPr sz="1584"/>
            </a:pPr>
            <a:r>
              <a:t>• User-friendly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Student Name : Rahul</a:t>
            </a:r>
          </a:p>
          <a:p>
            <a:pPr>
              <a:defRPr sz="1584"/>
            </a:pPr>
            <a:r>
              <a:t>Room Number : 101</a:t>
            </a:r>
          </a:p>
          <a:p>
            <a:pPr>
              <a:defRPr sz="1584"/>
            </a:pPr>
            <a:r>
              <a:t>Breakfast : 2 x 40 = 80</a:t>
            </a:r>
          </a:p>
          <a:p>
            <a:pPr>
              <a:defRPr sz="1584"/>
            </a:pPr>
            <a:r>
              <a:t>Lunch : 1 x 80 = 80</a:t>
            </a:r>
          </a:p>
          <a:p>
            <a:pPr>
              <a:defRPr sz="1584"/>
            </a:pPr>
            <a:r>
              <a:t>Total Bill : Rs 160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Saves time</a:t>
            </a:r>
          </a:p>
          <a:p>
            <a:pPr>
              <a:defRPr sz="1584"/>
            </a:pPr>
            <a:r>
              <a:t>• Reduces calculation errors</a:t>
            </a:r>
          </a:p>
          <a:p>
            <a:pPr>
              <a:defRPr sz="1584"/>
            </a:pPr>
            <a:r>
              <a:t>• Easy to use</a:t>
            </a:r>
          </a:p>
          <a:p>
            <a:pPr>
              <a:defRPr sz="1584"/>
            </a:pPr>
            <a:r>
              <a:t>• Efficient data handling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Database connectivity</a:t>
            </a:r>
          </a:p>
          <a:p>
            <a:pPr>
              <a:defRPr sz="1584"/>
            </a:pPr>
            <a:r>
              <a:t>• GUI application</a:t>
            </a:r>
          </a:p>
          <a:p>
            <a:pPr>
              <a:defRPr sz="1584"/>
            </a:pPr>
            <a:r>
              <a:t>• Online payment system</a:t>
            </a:r>
          </a:p>
          <a:p>
            <a:pPr>
              <a:defRPr sz="1584"/>
            </a:pPr>
            <a:r>
              <a:t>• Attendance and inventory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The Hostel Mess Management System simplifies hostel food management and demonstrates practical implementation of C++ concepts.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